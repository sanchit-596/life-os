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Mona Sans" panose="020B0604020202020204" charset="0"/>
      <p:regular r:id="rId11"/>
    </p:embeddedFont>
    <p:embeddedFont>
      <p:font typeface="Mona Sans Semi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03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9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svg"/><Relationship Id="rId5" Type="http://schemas.openxmlformats.org/officeDocument/2006/relationships/image" Target="../media/image12.sv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34443"/>
            <a:ext cx="1760097" cy="251420"/>
          </a:xfrm>
          <a:prstGeom prst="roundRect">
            <a:avLst>
              <a:gd name="adj" fmla="val 47364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784052"/>
            <a:ext cx="217124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13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AI-POWERED PLANNING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051943"/>
            <a:ext cx="6585281" cy="992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0" kern="0" spc="-13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LIFE OS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209627"/>
            <a:ext cx="658528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kern="0" spc="-52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AI-Powered Personal Decision &amp; Adaptive Planning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1475" y="4168676"/>
            <a:ext cx="6585281" cy="1372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endParaRPr lang="en-US" sz="1300" dirty="0"/>
          </a:p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r>
              <a:rPr lang="en-US" sz="1300" i="1" kern="0" spc="-13" dirty="0">
                <a:solidFill>
                  <a:srgbClr val="5678F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From Task Manager to Decision Partner</a:t>
            </a:r>
            <a:endParaRPr lang="en-US" sz="1300" dirty="0"/>
          </a:p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endParaRPr lang="en-US" sz="13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Team  HEKERZ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2DE08F-F37A-5819-B313-849190690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627" y="6447780"/>
            <a:ext cx="1539373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55391"/>
            <a:ext cx="1130569" cy="251420"/>
          </a:xfrm>
          <a:prstGeom prst="roundRect">
            <a:avLst>
              <a:gd name="adj" fmla="val 47364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905000"/>
            <a:ext cx="154172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13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172891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50" kern="0" spc="-65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Students Are Overwhelmed &amp; Underserved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17031"/>
            <a:ext cx="5351725" cy="9601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3101380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🎓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Too Much to Juggle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3461345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Academics, internships, hackathons, and deadlines — all at once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917031"/>
            <a:ext cx="5351725" cy="9601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9037" y="3101380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Apps Only Manage Tasks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39037" y="3461345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Existing tools only track schedules, not real life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42470"/>
            <a:ext cx="5351725" cy="9601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4226818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❓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No Consequence Awareness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586784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No app explains what happens when plans change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4042470"/>
            <a:ext cx="5351725" cy="9601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39037" y="4226818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Real-Life Uncertainty Ignored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39037" y="4586784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Current tools offer zero support for unexpected situations</a:t>
            </a:r>
            <a:endParaRPr lang="en-US" sz="1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63082-837C-5464-2966-326C079444DD}"/>
              </a:ext>
            </a:extLst>
          </p:cNvPr>
          <p:cNvSpPr/>
          <p:nvPr/>
        </p:nvSpPr>
        <p:spPr>
          <a:xfrm>
            <a:off x="10705381" y="6236898"/>
            <a:ext cx="1406106" cy="560717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70100"/>
            <a:ext cx="1189305" cy="251420"/>
          </a:xfrm>
          <a:prstGeom prst="roundRect">
            <a:avLst>
              <a:gd name="adj" fmla="val 47364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2119709"/>
            <a:ext cx="160045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13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387600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50" kern="0" spc="-65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Introducing LIFE OS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31741"/>
            <a:ext cx="3512653" cy="16560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8585" y="3280569"/>
            <a:ext cx="198433" cy="198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819" y="3793232"/>
            <a:ext cx="314396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AI-Powered Planning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45819" y="4140498"/>
            <a:ext cx="3143965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Adaptive system built for real student life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422" y="3131741"/>
            <a:ext cx="3512752" cy="165606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6532" y="3280569"/>
            <a:ext cx="198433" cy="1984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23766" y="3793232"/>
            <a:ext cx="314406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Beyond Task Management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523766" y="4140498"/>
            <a:ext cx="3144064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Understands your life, not just your to-do list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7468" y="3131741"/>
            <a:ext cx="3512653" cy="165606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4578" y="3280569"/>
            <a:ext cx="198433" cy="19843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01812" y="3793232"/>
            <a:ext cx="314396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See Consequences First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201812" y="4140498"/>
            <a:ext cx="3143965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Know the impact of a decision before you make it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26292E-66E9-FFC6-86AE-9408CED07BFA}"/>
              </a:ext>
            </a:extLst>
          </p:cNvPr>
          <p:cNvSpPr/>
          <p:nvPr/>
        </p:nvSpPr>
        <p:spPr>
          <a:xfrm>
            <a:off x="10705381" y="6236898"/>
            <a:ext cx="1406106" cy="560717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55391"/>
            <a:ext cx="1191687" cy="251420"/>
          </a:xfrm>
          <a:prstGeom prst="roundRect">
            <a:avLst>
              <a:gd name="adj" fmla="val 47364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905000"/>
            <a:ext cx="160283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13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CORE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172891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50" kern="0" spc="-65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Life Graph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17031"/>
            <a:ext cx="5351725" cy="9601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3101380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🗺️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Structured Commitment Map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3461345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Organizes all commitments, deadlines, and priorities in one place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917031"/>
            <a:ext cx="5351725" cy="9601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9037" y="3101380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⏱️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Tracks Time &amp; Dependencies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39037" y="3461345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Monitors available time and how tasks depend on each other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42470"/>
            <a:ext cx="5351725" cy="9601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4226818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🔗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Connects Everything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586784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One unified view of your entire schedule and workload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8495" y="4042470"/>
            <a:ext cx="5351725" cy="9601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39037" y="4226818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🧱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Foundation for Smart Planning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39037" y="4586784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Powers all AI reasoning and simulation features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D02F86-9739-6D40-FB84-83FBE6D6F578}"/>
              </a:ext>
            </a:extLst>
          </p:cNvPr>
          <p:cNvSpPr/>
          <p:nvPr/>
        </p:nvSpPr>
        <p:spPr>
          <a:xfrm>
            <a:off x="10705381" y="6236898"/>
            <a:ext cx="1406106" cy="560717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05223"/>
            <a:ext cx="1191687" cy="251420"/>
          </a:xfrm>
          <a:prstGeom prst="roundRect">
            <a:avLst>
              <a:gd name="adj" fmla="val 47364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354832"/>
            <a:ext cx="160283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13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CORE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22723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50" kern="0" spc="-65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Reality Checker &amp; AI Critic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240813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0303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654498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Your personal sanity check — before it's too late.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237309"/>
            <a:ext cx="523266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39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It Checks</a:t>
            </a:r>
            <a:endParaRPr lang="en-US" sz="1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3701951"/>
            <a:ext cx="5251715" cy="6956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4868" y="3721001"/>
            <a:ext cx="502927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Plan Realism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4868" y="4147046"/>
            <a:ext cx="502927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Checks if your plan is actually achievable in the time available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4690170"/>
            <a:ext cx="5251715" cy="6956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4868" y="4709220"/>
            <a:ext cx="502927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Conflict Flagging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64868" y="5135265"/>
            <a:ext cx="502927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Identifies scheduling conflicts and deadline collisions instantly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03904" y="3237309"/>
            <a:ext cx="523266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39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It Catches</a:t>
            </a:r>
            <a:endParaRPr lang="en-US" sz="1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854" y="3701951"/>
            <a:ext cx="5251715" cy="6956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07297" y="3721001"/>
            <a:ext cx="502927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🚩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Unrealistic Assumptions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07297" y="4147046"/>
            <a:ext cx="502927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Spots overcommitments you might not notice yourself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4854" y="4690170"/>
            <a:ext cx="5251715" cy="69562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07297" y="4709220"/>
            <a:ext cx="502927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⚓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Grounds Your Schedule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507297" y="5135265"/>
            <a:ext cx="502927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Keeps planning rooted in real constraints, not wishful thinking</a:t>
            </a:r>
            <a:endParaRPr lang="en-US" sz="13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BC247A-BF2B-6522-8308-50D740382D01}"/>
              </a:ext>
            </a:extLst>
          </p:cNvPr>
          <p:cNvSpPr/>
          <p:nvPr/>
        </p:nvSpPr>
        <p:spPr>
          <a:xfrm>
            <a:off x="10705381" y="6236898"/>
            <a:ext cx="1406106" cy="560717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09700"/>
            <a:ext cx="1191687" cy="251420"/>
          </a:xfrm>
          <a:prstGeom prst="roundRect">
            <a:avLst>
              <a:gd name="adj" fmla="val 47364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459309"/>
            <a:ext cx="160283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13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CORE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27200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50" kern="0" spc="-65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What-If Simulation Engine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71341"/>
            <a:ext cx="826868" cy="8269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3638" y="2471341"/>
            <a:ext cx="98765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Test Decisions Before Making Them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53638" y="2818606"/>
            <a:ext cx="987658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Safe sandbox to explore choices with zero real-world risk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463627"/>
            <a:ext cx="826868" cy="8269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53638" y="3463627"/>
            <a:ext cx="98765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Example: "What if I work on my hackathon Saturday?"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53638" y="3810893"/>
            <a:ext cx="987658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Run a real scenario — see exactly what shifts, breaks, or conflicts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455914"/>
            <a:ext cx="826868" cy="8269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53638" y="4455914"/>
            <a:ext cx="98765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Explains Results in Plain Language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653638" y="4803180"/>
            <a:ext cx="987658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No jargon — clear summary of impact on time, workload, and deadlines</a:t>
            </a:r>
            <a:endParaRPr lang="en-US" sz="13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1D85F8-7E5E-A145-579B-B94EC305AB8C}"/>
              </a:ext>
            </a:extLst>
          </p:cNvPr>
          <p:cNvSpPr/>
          <p:nvPr/>
        </p:nvSpPr>
        <p:spPr>
          <a:xfrm>
            <a:off x="10705381" y="6236898"/>
            <a:ext cx="1406106" cy="560717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70100"/>
            <a:ext cx="1191687" cy="251420"/>
          </a:xfrm>
          <a:prstGeom prst="roundRect">
            <a:avLst>
              <a:gd name="adj" fmla="val 47364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2119709"/>
            <a:ext cx="160283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13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CORE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387600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50" kern="0" spc="-65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Adaptive Replanning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31741"/>
            <a:ext cx="3512653" cy="16560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8585" y="3280569"/>
            <a:ext cx="198433" cy="198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819" y="3793232"/>
            <a:ext cx="314396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Detects Conflicts Automatically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45819" y="4140498"/>
            <a:ext cx="3143965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Spots issues created by any new decision you make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422" y="3131741"/>
            <a:ext cx="3512752" cy="165606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6532" y="3280569"/>
            <a:ext cx="198433" cy="1984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23766" y="3793232"/>
            <a:ext cx="314406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Auto-Generates New Schedule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523766" y="4140498"/>
            <a:ext cx="3144064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Produces an optimized alternative plan instantly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7468" y="3131741"/>
            <a:ext cx="3512653" cy="165606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4578" y="3280569"/>
            <a:ext cx="198433" cy="19843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01812" y="3793232"/>
            <a:ext cx="314396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Dynamic Planning Cycle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201812" y="4140498"/>
            <a:ext cx="3143965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Understand → Plan → Simulate → Replan — always live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BD45F4-6AB9-4022-C626-55B386AB7946}"/>
              </a:ext>
            </a:extLst>
          </p:cNvPr>
          <p:cNvSpPr/>
          <p:nvPr/>
        </p:nvSpPr>
        <p:spPr>
          <a:xfrm>
            <a:off x="10705381" y="6236898"/>
            <a:ext cx="1406106" cy="560717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55391"/>
            <a:ext cx="1693126" cy="251420"/>
          </a:xfrm>
          <a:prstGeom prst="roundRect">
            <a:avLst>
              <a:gd name="adj" fmla="val 47364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905000"/>
            <a:ext cx="21042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13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VISION &amp;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172891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50" kern="0" spc="-65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LIFE OS: The Bigger Picture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17031"/>
            <a:ext cx="5351725" cy="9601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3101380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🎙️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Flexible Input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3461345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Text, voice, documents, and screenshots — all accepted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917031"/>
            <a:ext cx="5351725" cy="9601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9037" y="3101380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AI + Simulation + Scheduling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39037" y="3461345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Three powerful systems working together as one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42470"/>
            <a:ext cx="5351725" cy="9601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4226818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🧭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Decision-Support, Not Just Productivity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586784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Transforms how people use planning tools — fundamentally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4042470"/>
            <a:ext cx="5351725" cy="9601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39037" y="4226818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💡</a:t>
            </a:r>
            <a:r>
              <a:rPr lang="en-US" sz="1600" kern="0" spc="-33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Our Guiding Principle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39037" y="4586784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13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"Don't just plan — understand the impact of your choices."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CA4BB0-9A0E-3A10-598C-E981676B72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1563" y="6586906"/>
            <a:ext cx="990686" cy="20575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427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Mona Sans</vt:lpstr>
      <vt:lpstr>Mona Sans SemiBold</vt:lpstr>
      <vt:lpstr>Arial</vt:lpstr>
      <vt:lpstr>Noto Color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Sanchit Bhagawat</dc:creator>
  <cp:lastModifiedBy>Sanchit Bhagwat</cp:lastModifiedBy>
  <cp:revision>2</cp:revision>
  <dcterms:created xsi:type="dcterms:W3CDTF">2026-09-26T09:45:49Z</dcterms:created>
  <dcterms:modified xsi:type="dcterms:W3CDTF">2026-09-26T09:53:48Z</dcterms:modified>
</cp:coreProperties>
</file>